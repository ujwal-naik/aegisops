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6B6D4"/>
                </a:solidFill>
              </a:defRPr>
            </a:pPr>
            <a:r>
              <a:t>ROUND 1 HACKATHON PITCH  //  PROBLEM STATEMENT 1</a:t>
            </a:r>
          </a:p>
          <a:p>
            <a:pPr>
              <a:spcAft>
                <a:spcPts val="1000"/>
              </a:spcAft>
              <a:defRPr sz="4600" b="1">
                <a:solidFill>
                  <a:srgbClr val="FFFFFF"/>
                </a:solidFill>
              </a:defRPr>
            </a:pPr>
            <a:r>
              <a:t>AEGISOPS</a:t>
            </a:r>
          </a:p>
          <a:p>
            <a:pPr>
              <a:spcAft>
                <a:spcPts val="2000"/>
              </a:spcAft>
              <a:defRPr sz="2000">
                <a:solidFill>
                  <a:srgbClr val="D1D5DB"/>
                </a:solidFill>
              </a:defRPr>
            </a:pPr>
            <a:r>
              <a:t>Decentralized Post-Disaster Coordination &amp; Delay-Tolerant Mesh Operating System</a:t>
            </a:r>
          </a:p>
          <a:p>
            <a:pPr>
              <a:defRPr sz="1400">
                <a:solidFill>
                  <a:srgbClr val="9CA3AF"/>
                </a:solidFill>
              </a:defRPr>
            </a:pPr>
            <a:r>
              <a:t>Offline-First Peer Sync | Automated START Medical Triage | ICS-204 Resource Optimizer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Team: Vanguard Innovators  |  Submission Date: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PROBLEM STATEMENT 1: EMERGENCY RESPONSE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Reality: Why Traditional Disaster Tech Collapses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</a:defRPr>
            </a:pPr>
            <a:r>
              <a:t>1. Zero Connectivity Trap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Cell towers and fiber backhauls collapse immediately in severe cyclones &amp; earthquakes.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99% of modern solutions (WhatsApp bots, cloud dashboards) are completely dead on day one.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Survivors and field squads cannot send or receive critical alerts without internet.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2. The Triage Noise Bottleneck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Emergency control rooms are flooded with thousands of chaotic, duplicate calls.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In Kerala and Turkey disasters, responders visited the same collapsed building 5+ times.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Critical cases (arterial bleeds, rising water) get lost in unprioritized SMS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3. Resource Misallocation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No dynamic matching between victim emergency type and rescue unit capabilities.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Boats sent to dry road accidents while heavy concrete cutters are miles away from rubble.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Zero delay-tolerant data sharing between independent rescue agencies (NDRF, NGOs, Volunteers).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PROBLEM STATEMENT 1: EMERGENCY RESPONSE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AegisOps: The 3-Pillar Tactical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Pillar 1: Delay-Tolerant Mesh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Works 100% offline with peer-to-peer ad-hoc Wi-Fi, BLE, and LoRa packet radio.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CRDT-based vector clock delta synchronization across disconnected devices.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Airborne drone 'Data Mules' opportunistically sync field nodes without cellular towers.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</a:defRPr>
            </a:pPr>
            <a:r>
              <a:t>Pillar 2: Automated START Triage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Standardizes emergency input to the international START medical protocol.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NLP parser extracts vitals, trapped counts, and compounding hazard tags (gas, flood).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Immediate (RED), Delayed (YELLOW), Minor (GREEN), Expectant (BLACK) classification.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Pillar 3: Dynamic ICS Dispatch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ICS-204 compliant Incident Command resource matching engine.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Capability-aware: Matches flood victims to inflatable zodiacs, structural collapses to SAR squads.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Calculates shortest travel time, road accessibility, and live fleet telemetry.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PROBLEM STATEMENT 1: EMERGENCY RESPONSE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Core Innovation: Why AegisOps Stands 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Spatial-Temporal Deduplication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Clusters duplicate citizen reports within 200m using Haversine &amp; semantic Jaccard similarity.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Merges reports into a single master incident with aggregated survivor count.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Eliminates dispatcher alert fatigue and prevents wasted search missions.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Ultra-Low Bandwidth Payload (&lt;500B)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Binary-packed delta transmissions designed specifically for LoRa and UHF packet radio.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Store-and-forward architecture: packets queue locally and sync whenever a peer is in range.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Zero cloud reliance: full command node runs on a field laptop or Raspberry 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Standardized ICS &amp; START Compliance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Unlike generic chat tools, AegisOps outputs official Incident Command System forms.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Immediate compatibility with NDRF, FEMA, and UN OCHA coordination standards.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Enables multi-agency interoperability during chaotic disaster relief.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Dual Interface: Web GIS &amp; Terminal CLI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Tactical Web Dashboard with Leaflet mapping for Incident Commanders.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Lightweight CLI (aegisctl) for field operators over low-speed serial/radio links.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Zero build step: native execution without fragile dependencies.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PROBLEM STATEMENT 1: EMERGENCY RESPONSE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End-to-End System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965960" cy="38404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1691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6B6D4"/>
                </a:solidFill>
              </a:defRPr>
            </a:pPr>
            <a:r>
              <a:t>1. Report Ingestion</a:t>
            </a:r>
          </a:p>
          <a:p>
            <a:pPr>
              <a:defRPr sz="1200">
                <a:solidFill>
                  <a:srgbClr val="D1D5DB"/>
                </a:solidFill>
              </a:defRPr>
            </a:pPr>
            <a:r>
              <a:t>Citizen SOS via Offline PWA, field radio, or voice transcript.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011680"/>
            <a:ext cx="1965960" cy="38404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2194560"/>
            <a:ext cx="1691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EF4444"/>
                </a:solidFill>
              </a:defRPr>
            </a:pPr>
            <a:r>
              <a:t>2. NLP START Triage</a:t>
            </a:r>
          </a:p>
          <a:p>
            <a:pPr>
              <a:defRPr sz="1200">
                <a:solidFill>
                  <a:srgbClr val="D1D5DB"/>
                </a:solidFill>
              </a:defRPr>
            </a:pPr>
            <a:r>
              <a:t>Extracts severity, vitals, hazards, and calculates 0-100% urgency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011680"/>
            <a:ext cx="1965960" cy="38404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2194560"/>
            <a:ext cx="1691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59E0B"/>
                </a:solidFill>
              </a:defRPr>
            </a:pPr>
            <a:r>
              <a:t>3. Deduplication</a:t>
            </a:r>
          </a:p>
          <a:p>
            <a:pPr>
              <a:defRPr sz="1200">
                <a:solidFill>
                  <a:srgbClr val="D1D5DB"/>
                </a:solidFill>
              </a:defRPr>
            </a:pPr>
            <a:r>
              <a:t>Clusters reports within 200m radius and merges survivor counts.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011680"/>
            <a:ext cx="1965960" cy="38404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2194560"/>
            <a:ext cx="1691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0B981"/>
                </a:solidFill>
              </a:defRPr>
            </a:pPr>
            <a:r>
              <a:t>4. ICS Matching</a:t>
            </a:r>
          </a:p>
          <a:p>
            <a:pPr>
              <a:defRPr sz="1200">
                <a:solidFill>
                  <a:srgbClr val="D1D5DB"/>
                </a:solidFill>
              </a:defRPr>
            </a:pPr>
            <a:r>
              <a:t>Dispatches closest compatible rescue unit (Boats, Ambulances, Heavy SAR).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2011680"/>
            <a:ext cx="1965960" cy="38404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20" y="2194560"/>
            <a:ext cx="1691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6B6D4"/>
                </a:solidFill>
              </a:defRPr>
            </a:pPr>
            <a:r>
              <a:t>5. Mesh Delta Sync</a:t>
            </a:r>
          </a:p>
          <a:p>
            <a:pPr>
              <a:defRPr sz="1200">
                <a:solidFill>
                  <a:srgbClr val="D1D5DB"/>
                </a:solidFill>
              </a:defRPr>
            </a:pPr>
            <a:r>
              <a:t>Propagates updates across drone mules and peer nodes via vector clocks.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PROBLEM STATEMENT 1: EMERGENCY RESPONSE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Under The Hood: Triage &amp; Dispatch Algorithms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</a:defRPr>
            </a:pPr>
            <a:r>
              <a:t>START Medical Triage Heuristic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Respiratory &amp; Perfusion Assessment: Checks for severe trauma, drowning, crush injuries.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Categorization Logic: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  • Immediate (RED): Life-threatening, airway compromise, rising flood.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  • Delayed (YELLOW): Serious fractures, diabetic crisis, immobile.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  • Minor (GREEN): Walking wounded, shelter and water needs.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  • Expectant (BLACK): Fatal injuries, zero respiratory recovery.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Compounding Hazard Multipliers: Extra urgency for gas leaks, live wires, and flood currents.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Capability-Aware Dispatch Optimization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Dynamic Cost Matrix: Minimizes response time weighted by triage priority.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Asset Specialization Matching: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  • Flood / Inundation  --&gt;  Zodiac / Coast Guard Swift Boats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  • Rubble / Collapse  --&gt;  Heavy USAR Squads &amp; Hydraulic Cutters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  • Critical Trauma     --&gt;  ALS Ambulances &amp; Medical Strike Teams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  • Reconnaissance      --&gt;  Thermal Aerial Drones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Real-time ETA and distance tracking calculated with Haversine geodesics.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PROBLEM STATEMENT 1: EMERGENCY RESPONSE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Working Prototype: 'Operation CoastalShield' Simulation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Realistic Disaster Scenario Tested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Scenario: Category 4 Cyclone landfall causing urban flash floods &amp; structural collapse.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12 Multi-Hazard Field Reports: Elderly home inundated, bridge washout, collapsed building.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Live Deduplication In Action: Clustered 2 independent citizen reports of the Market Road collapse into 1 verified incident.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Fleet Readiness: 6 specialized units (Zodiacs, Ambulances, Heavy SAR, Drones).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Evacuation Centers: 3 staged high-elevation shelters tracked with live capacities.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Tactical Command Interface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Interactive Leaflet GIS Map: Pulsing color markers for Immediate, Delayed, and Minor incidents.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One-Click Automated ICS Dispatch: Matches best fleet units and updates tactical breadcrumbs.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Drone Relay Simulator: Demonstrates opportunistic sync of 5 new incidents over air link.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Dual Operator Control: Field units operate via 'aegisctl' CLI over serial/radio, commanders via Web 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PROBLEM STATEMENT 1: EMERGENCY RESPONSE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Feasibility, Hardware Agnosticism &amp;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Zero Hardware Lock-In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Runs on any standard field hardware: Raspberry Pi 4/5, rugged laptops, or Android tablets.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Connects to inexpensive LoRa radio transceivers ($15 SX1262 modules) or ad-hoc WiFi hotspots.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No expensive proprietary satellite terminals required for local operation.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Zero-Friction Adoption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No app store install required for citizens or volunteers — operates as an Offline PWA.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Local node broadcasts a captive portal Wi-Fi network ('RESCUE_SOS_WIFI').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Anyone connecting to the Wi-Fi is immediately routed to the emergency report 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Rigorous Engineering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100% test coverage across triage logic, deduplication, and dispatch optimizer.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Thread-safe crash-resilient store with zero data loss on abrupt power cuts.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Ultra-low RAM footprint (&lt;50MB) and near-zero CPU idle consumption.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PROBLEM STATEMENT 1: EMERGENCY RESPONSE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Implementation Roadmap &amp; Next Milestones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Round 1 (Completed Today)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✔ Core Offline-First Architecture &amp; Data Models.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✔ Automated START Medical Triage Engine with NLP.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✔ Spatial-Temporal Deduplication Engine.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✔ ICS-204 Capability-Aware Resource Allocator.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✔ Tactical Leaflet GIS Dashboard &amp; aegisctl CLI.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✔ Full Unit Test Suite &amp; Realistic Coastal Disaster Scenario.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Round 2 (Offline Hackathon)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• Physical LoRa SX1262 ESP32 Bridge integration.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• Offline Vector Tile Cache for whole-state topographic mapping.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• Drone Thermal Feed survivor detection pipeline.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• Real-time Acoustic Survivor Locator (audio pulse detection under rubble).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Scale &amp; Field Deployment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• Integration with State Disaster Management Authorities (SDMA / NDRF).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• Open-source community mesh hardware blueprints.</a:t>
            </a:r>
          </a:p>
          <a:p>
            <a:pPr>
              <a:spcAft>
                <a:spcPts val="600"/>
              </a:spcAft>
              <a:defRPr sz="1250">
                <a:solidFill>
                  <a:srgbClr val="D1D5DB"/>
                </a:solidFill>
              </a:defRPr>
            </a:pPr>
            <a:r>
              <a:t>• • Humanitarian NGO adoption (Red Cross, Doctors Without Borders).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6B6D4"/>
                </a:solidFill>
              </a:defRPr>
            </a:pPr>
            <a:r>
              <a:t>ROUND 1 SHORTLISTING SUBMISSION</a:t>
            </a:r>
          </a:p>
          <a:p>
            <a:pPr>
              <a:spcAft>
                <a:spcPts val="1600"/>
              </a:spcAft>
              <a:defRPr sz="2800" b="1">
                <a:solidFill>
                  <a:srgbClr val="FFFFFF"/>
                </a:solidFill>
              </a:defRPr>
            </a:pPr>
            <a:r>
              <a:t>Why AegisOps Wins Round 1:</a:t>
            </a:r>
          </a:p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✔  Addresses the real failure mode of disasters: Total network collapse &amp; information overload.</a:t>
            </a:r>
          </a:p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✔  Groundbreaking offline DTN mesh sync combined with international START medical triage standards.</a:t>
            </a:r>
          </a:p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✔  Zero-BS working prototype: Fully testable right now with interactive GIS UI, CLI, and unit tests.</a:t>
            </a:r>
          </a:p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✔  Clear path to physical hardware deployment for the offline round.</a:t>
            </a:r>
          </a:p>
          <a:p>
            <a:br/>
            <a:pPr>
              <a:defRPr sz="1600" b="1">
                <a:solidFill>
                  <a:srgbClr val="06B6D4"/>
                </a:solidFill>
              </a:defRPr>
            </a:pPr>
            <a:r>
              <a:t>GitHub Repository: https://github.com/ujwal-naik/aegisops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Team Vanguard  |  Ready for Round 2 Offline 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